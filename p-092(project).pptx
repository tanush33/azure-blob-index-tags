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17052-3B76-7097-8996-06EC97A88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AB9BBA-B0FE-4DA5-E12E-54606B4C1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F2325-E3E3-DD49-8980-18E93618D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29D79-BC94-449F-85E6-27167FC8FDD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CAD18-7865-980D-A82B-81E3099E3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C2654-CE7F-2C0C-4793-5C173D8BE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CF2A8-32FE-4429-A9F9-4D80B8875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200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3217-6FC5-CB10-E2FF-240C8A20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E2C18-213D-974E-515C-59922FEF6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4C590-6AF8-27A4-F296-6BCAC12E5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29D79-BC94-449F-85E6-27167FC8FDD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84F33-0000-1F79-FBE6-0F07668D4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DE726-7B59-E0C9-F86A-03BCF8232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CF2A8-32FE-4429-A9F9-4D80B8875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877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DF2DE-0DC8-83D7-CBC5-22BAB88D9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934AB-1581-A2E8-8519-B36306BCB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FB3CD-3FB6-C2D0-DC36-B130B5392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29D79-BC94-449F-85E6-27167FC8FDD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8B892-6620-44F8-3475-16FF972F6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8936D-0243-5CD6-83CE-D5A26A4AF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CF2A8-32FE-4429-A9F9-4D80B8875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308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B0D18-C83E-7DF2-D0BB-BAF08982E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1E5AB-3147-4CD8-7778-396AA69457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A53C-9840-8C36-086E-4AE988EFC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6871B-A260-8231-2593-7D1B8637B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29D79-BC94-449F-85E6-27167FC8FDD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AD867-EB08-9DA4-7154-55DB4CC74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43A42-FB83-3DA2-43CA-BC674655D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CF2A8-32FE-4429-A9F9-4D80B8875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8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0E7E5-52F9-DEA8-C3E1-0E6D6DDA6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E7BB1-8289-4D99-F8A1-E5FBD04C2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16E39B-8556-A520-01E9-301842475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C643CF-9E7C-995C-BF48-BBAF9471B9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B1DFE3-C0F4-9C7C-6BDD-3ABB3FEAEA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EE9F91-25A8-905D-C770-DC79C8B10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29D79-BC94-449F-85E6-27167FC8FDD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8EF95D-DA13-998C-0256-11B4324F8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A2BA89-86A9-CBF7-60AB-375397990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CF2A8-32FE-4429-A9F9-4D80B8875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07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4D1C2-11CA-FA3A-DD32-95A6AC9AA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6FDE8A-24F2-AB55-BF20-602E1C98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29D79-BC94-449F-85E6-27167FC8FDD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3BE717-BB8D-4B44-E7E7-4BEF45455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106BF-2044-3169-4AFD-EC17A67CA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CF2A8-32FE-4429-A9F9-4D80B8875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017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41FF27-85D1-B31A-0AF9-84D885F9E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29D79-BC94-449F-85E6-27167FC8FDD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230065-1E45-A2AF-6DD5-F5A397646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54BB3-AE92-BD23-CF54-A53D055FA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CF2A8-32FE-4429-A9F9-4D80B8875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37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36472-8DC9-1E66-23E4-FFABC68EF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BB529-2258-0210-6709-6CC934492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F55F4-0EEF-04ED-A39B-54A228A1F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3EA5D-F2DD-ED98-CCC3-550AE5C9E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29D79-BC94-449F-85E6-27167FC8FDD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C7375-0B87-1F38-2F93-10A767952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3452D-3240-730E-3429-723DB60A3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CF2A8-32FE-4429-A9F9-4D80B8875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136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DA797-4B5A-1207-BB3D-6C5EA5873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B4D111-C0B2-C15D-21AE-56ECADFD87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9AC98-33A6-C2BE-ABBB-DDED885C8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40D93-4AE8-1018-CFFC-46A67EE45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29D79-BC94-449F-85E6-27167FC8FDD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37DFA-7EE8-BB90-7834-FEF8BDE4C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15B0B-89AF-44DD-0EE5-CF805B333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CF2A8-32FE-4429-A9F9-4D80B8875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081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559E-75E5-ECD2-3055-C3A11E273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04B85D-D943-FADA-2392-7E4733E2A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07A46-BCA3-6294-6780-B40F36362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29D79-BC94-449F-85E6-27167FC8FDD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426BA-847F-A8ED-2147-3AB544F54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D1758-2D85-0D0B-FD89-D5D46BE6F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CF2A8-32FE-4429-A9F9-4D80B8875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729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B48D1A-3DD5-3525-DC4E-685A8759C0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E2BFD-4EAB-8A5F-0A7F-B55DFDB47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C87CD-3994-FF79-A686-B1909D46D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29D79-BC94-449F-85E6-27167FC8FDD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95B88-53BB-2760-3AFF-E3599CF2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39B06-61BF-69FC-60A3-D88823B2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CF2A8-32FE-4429-A9F9-4D80B8875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24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E4C578-5EFD-8C99-9380-4FEEEC58A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1A2E0-16AC-032D-B0D0-8BDE03183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69E37-2547-B7AD-9E8E-BDA32E7E1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29D79-BC94-449F-85E6-27167FC8FDD4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E9C1-3411-5C21-4266-81A2641C7F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4ACE3-9326-993F-02B5-088D79CAEE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CF2A8-32FE-4429-A9F9-4D80B8875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0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3DCC-73BC-6C2B-E481-7D76D0215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64118"/>
          </a:xfrm>
        </p:spPr>
        <p:txBody>
          <a:bodyPr>
            <a:normAutofit fontScale="90000"/>
          </a:bodyPr>
          <a:lstStyle/>
          <a:p>
            <a:r>
              <a:rPr lang="en-IN" dirty="0"/>
              <a:t>Azure Blob Index Tags for Large-Scale Data Organisation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7CF40-C022-85C4-6035-76DB21D7D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27758"/>
            <a:ext cx="9144000" cy="2330042"/>
          </a:xfrm>
        </p:spPr>
        <p:txBody>
          <a:bodyPr/>
          <a:lstStyle/>
          <a:p>
            <a:r>
              <a:rPr lang="en-IN" dirty="0"/>
              <a:t>P-092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EC62F1-F6E2-52E2-9D95-EC8F27103861}"/>
              </a:ext>
            </a:extLst>
          </p:cNvPr>
          <p:cNvSpPr txBox="1"/>
          <p:nvPr/>
        </p:nvSpPr>
        <p:spPr>
          <a:xfrm>
            <a:off x="780177" y="4303553"/>
            <a:ext cx="55407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2400032868- G.MANOJ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2400032850- K.BABI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2400032733- P.TANUSH GOPI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2400032795- K.HEMANAND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D16268-9F3D-B54D-2721-54DF8BCB56E4}"/>
              </a:ext>
            </a:extLst>
          </p:cNvPr>
          <p:cNvSpPr txBox="1"/>
          <p:nvPr/>
        </p:nvSpPr>
        <p:spPr>
          <a:xfrm>
            <a:off x="1393770" y="3169449"/>
            <a:ext cx="94783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Subtitle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approach to tagging, organizing, searching, and retrieving large-scale data efficiently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6639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BDC65-8714-759B-EF1F-E90BF8C61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4167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7E86E-8B6A-E5E6-F8B2-438D6F84F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348"/>
            <a:ext cx="10515600" cy="433981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Large-scale cloud storage can contain thousands of blobs, making it difficult to organize, identify, and retrieve specific data efficiently.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 this project, the goal is to use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Blob Index Tags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assign meaningful metadata to blobs, organize data based on attributes such as type, category, or status, and enable efficient searching and filtering across large amounts of stored data.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Poor data organization can lead to slower data retrieval, difficulty in identifying required files, increased management effort, and reduced efficiency when handling large-scale blob storage.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830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86390-616E-22F8-5671-D35A7B19E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Reliability Matters?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9D934-2AA5-588E-FF73-ED6E792C6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203" y="1503115"/>
            <a:ext cx="10515600" cy="4351338"/>
          </a:xfrm>
        </p:spPr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blob storage can become difficult to manage due to: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Unstructured and poorly organized blob data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Difficulty identifying specific files or data categories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meaningful metadata for blobs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Time-consuming manual searching and filtering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Increasing management effort as data volume grows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Difficulty efficiently retrieving relevant data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objective is not just to store large amounts of data, but to organize and index it so that the required data can be found quickly and efficiently.”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420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AC29C-00D3-3732-0D51-7D88E4C90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Project Objective</a:t>
            </a: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593E4-2ABB-CCCC-BA51-C4757D7E5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blob storage requirements for large-scale data organization.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 meaningful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Blob Index Tags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stored data.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Categorize blobs using attributes such as file type, department, status, or category.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 efficient searching and filtering of blobs using index tags.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 the time and effort required to locate specific data.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 improved data organization and retrieval efficiency using Azure Blob Index Tags.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3665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9B7B3-12CC-4B12-924E-5B45E42BF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OUR SOLUTION WORKS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B33DFC-4A85-E478-582F-ED184A58B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3415" y="1389398"/>
            <a:ext cx="6433212" cy="26205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F24691-9158-F336-C097-5D34B554F71C}"/>
              </a:ext>
            </a:extLst>
          </p:cNvPr>
          <p:cNvSpPr txBox="1"/>
          <p:nvPr/>
        </p:nvSpPr>
        <p:spPr>
          <a:xfrm>
            <a:off x="949135" y="4345217"/>
            <a:ext cx="104046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Blob Index Tags transform unstructured blob storage into searchable and organized data by assigning meaningful attributes to individual blobs.”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 use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Blob Index Tags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categorize data, quickly identify relevant blobs, apply filters based on tag values, and improve the efficiency of data management and retrieval.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979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27BD8-64B5-8D27-2B03-DA6C740A4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Our Azure Environment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2C3B54-795D-F8AE-9D3E-D0324C5B51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8939" y="1339064"/>
            <a:ext cx="1952359" cy="19410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554C64-C818-505F-25B0-ADB3FFA55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34513"/>
            <a:ext cx="4313005" cy="20944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9BA34A-D872-942D-6CE4-1EF940B40E56}"/>
              </a:ext>
            </a:extLst>
          </p:cNvPr>
          <p:cNvSpPr txBox="1"/>
          <p:nvPr/>
        </p:nvSpPr>
        <p:spPr>
          <a:xfrm>
            <a:off x="1034869" y="4028393"/>
            <a:ext cx="10515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Our test environment contains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Storage Account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blobindexdemo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created under the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-azure-blob-index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resource group.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Configuration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India South Central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Type: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StorageV2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Provisioning Status: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Succeeded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Blob Index Tags: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organize and categorize blobs using meaningful key-value attributes.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6556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C9A1E-09E5-02CB-A95A-097EACFB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Findings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AF6DD-C8CC-2356-2F26-6A6A76591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521"/>
            <a:ext cx="10515600" cy="255016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Our test environment uses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Storage Account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blobindexdemo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created under the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-azure-blob-index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resource group.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Configuration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Location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India South Central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Account Type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StorageV2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Replication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 	LRS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Provisioning Status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Succeeded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Blob Index Tags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categorize and organize blobs using meaningful key-value attributes.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environment serves as the baseline for demonstrating organized data management, searching, and filtering using Azure Blob Index Tags.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5235B5-7A94-C82E-660E-1529EC742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237" y="4160939"/>
            <a:ext cx="9991288" cy="233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935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9B46-C3C5-DFA0-9054-261B1D6A2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838200" y="386080"/>
            <a:ext cx="10515600" cy="609600"/>
          </a:xfrm>
        </p:spPr>
        <p:txBody>
          <a:bodyPr>
            <a:normAutofit fontScale="90000"/>
          </a:bodyPr>
          <a:lstStyle/>
          <a:p>
            <a:r>
              <a:rPr lang="en-IN" dirty="0"/>
              <a:t>workflow follow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9C725A-C31D-7D39-BA1E-7CBA9A963B8D}"/>
              </a:ext>
            </a:extLst>
          </p:cNvPr>
          <p:cNvSpPr txBox="1"/>
          <p:nvPr/>
        </p:nvSpPr>
        <p:spPr>
          <a:xfrm>
            <a:off x="152400" y="995681"/>
            <a:ext cx="501396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 START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Create Resource Group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Create Storage Account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Create Container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Upload Files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Add Blob Tags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Store Tagged Blobs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Search by Tags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b="1" dirty="0"/>
              <a:t>Retrieve Files</a:t>
            </a:r>
            <a:r>
              <a:rPr lang="en-IN" dirty="0"/>
              <a:t> </a:t>
            </a:r>
          </a:p>
          <a:p>
            <a:pPr algn="ctr"/>
            <a:r>
              <a:rPr lang="en-IN" dirty="0"/>
              <a:t>↓   </a:t>
            </a:r>
          </a:p>
          <a:p>
            <a:pPr algn="ctr"/>
            <a:r>
              <a:rPr lang="en-IN" b="1" dirty="0"/>
              <a:t>Organize &amp; Retrieve Easily -&gt; END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6D74C0-EB55-73EF-E486-958EBA5EC6BC}"/>
              </a:ext>
            </a:extLst>
          </p:cNvPr>
          <p:cNvSpPr txBox="1"/>
          <p:nvPr/>
        </p:nvSpPr>
        <p:spPr>
          <a:xfrm>
            <a:off x="5166360" y="690880"/>
            <a:ext cx="6441440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Explanation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Group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Organizes all related Azure resources in one place.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Account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cloud storage for our files and documents.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Acts as a folder-like space to store blobs.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Files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documents such as PDF, PNG, and TXT files.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Blob Tags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Adds details like department, file type, and category.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Tagged Blobs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Keeps files stored with useful identifying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by Tags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Helps find files based on their assigned tags.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Files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Allows users to quickly access the required documents.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Organization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Makes file management simple, structured, and efficient. </a:t>
            </a:r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0242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F91BA-5141-3CB4-37F6-7D1AADDD2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99048-E50F-8C8A-C7B5-86648D335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Our project demonstrated how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Blob Index Tags can improve the organization and management of large-scale blob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 assigned meaningful tags to blobs and used them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categorize, search, and filter data efficiently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the effort required to locate specific information.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 tag assignment for newly uploaded blobs.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more tag categories for better data classification.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 tag-based searching into applications and data workflows.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Scale the tagging approach for larger and continuously growing datasets.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Line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“Better data organization makes large-scale cloud storage easier to search, manage,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use.”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540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0460-B389-3CAE-6AD7-3E0A39F7E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9D1935-94FA-36F3-2C44-1A1D40D127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69" y="1690688"/>
            <a:ext cx="5690588" cy="4802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E723C7-124B-480A-F444-1829635851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410" y="1828800"/>
            <a:ext cx="5799589" cy="467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98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6B56-A213-7DF6-10DC-A474144A2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C33591-6C08-667E-967C-D689A75DA6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609" y="1825625"/>
            <a:ext cx="91727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199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820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Azure Blob Index Tags for Large-Scale Data Organisation</vt:lpstr>
      <vt:lpstr>Problem Statement</vt:lpstr>
      <vt:lpstr>Why Reliability Matters?</vt:lpstr>
      <vt:lpstr>Project Objective</vt:lpstr>
      <vt:lpstr>HOW OUR SOLUTION WORKS</vt:lpstr>
      <vt:lpstr>Our Azure Environment</vt:lpstr>
      <vt:lpstr>Findings &amp; Validation</vt:lpstr>
      <vt:lpstr>workflow follow</vt:lpstr>
      <vt:lpstr>Conclusion</vt:lpstr>
      <vt:lpstr>Output </vt:lpstr>
      <vt:lpstr>Final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KANURI HEMANAND</dc:creator>
  <cp:lastModifiedBy>KANURI HEMANAND</cp:lastModifiedBy>
  <cp:revision>6</cp:revision>
  <dcterms:created xsi:type="dcterms:W3CDTF">2026-09-26T14:18:43Z</dcterms:created>
  <dcterms:modified xsi:type="dcterms:W3CDTF">2026-09-26T17:58:52Z</dcterms:modified>
</cp:coreProperties>
</file>